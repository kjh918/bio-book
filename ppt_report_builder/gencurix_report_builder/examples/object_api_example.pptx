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15"/>
  </p:notesMasterIdLst>
  <p:sldIdLst>
    <p:sldId id="280" r:id="rId2"/>
    <p:sldId id="263" r:id="rId3"/>
    <p:sldId id="256" r:id="rId4"/>
    <p:sldId id="276" r:id="rId5"/>
    <p:sldId id="282" r:id="rId6"/>
    <p:sldId id="292" r:id="rId7"/>
    <p:sldId id="291" r:id="rId8"/>
    <p:sldId id="297" r:id="rId20"/>
    <p:sldId id="294" r:id="rId9"/>
    <p:sldId id="293" r:id="rId10"/>
    <p:sldId id="289" r:id="rId11"/>
    <p:sldId id="298" r:id="rId21"/>
    <p:sldId id="299" r:id="rId22"/>
    <p:sldId id="295" r:id="rId12"/>
    <p:sldId id="296" r:id="rId13"/>
    <p:sldId id="279" r:id="rId14"/>
  </p:sldIdLst>
  <p:sldSz cx="9906000" cy="6858000" type="A4"/>
  <p:notesSz cx="6858000" cy="9144000"/>
  <p:defaultTextStyle>
    <a:defPPr>
      <a:defRPr lang="ko-KR"/>
    </a:defPPr>
    <a:lvl1pPr marL="0" algn="l" defTabSz="701815" rtl="0" eaLnBrk="1" latinLnBrk="1" hangingPunct="1">
      <a:defRPr sz="1382" kern="1200">
        <a:solidFill>
          <a:schemeClr val="tx1"/>
        </a:solidFill>
        <a:latin typeface="+mn-lt"/>
        <a:ea typeface="+mn-ea"/>
        <a:cs typeface="+mn-cs"/>
      </a:defRPr>
    </a:lvl1pPr>
    <a:lvl2pPr marL="350907" algn="l" defTabSz="701815" rtl="0" eaLnBrk="1" latinLnBrk="1" hangingPunct="1">
      <a:defRPr sz="1382" kern="1200">
        <a:solidFill>
          <a:schemeClr val="tx1"/>
        </a:solidFill>
        <a:latin typeface="+mn-lt"/>
        <a:ea typeface="+mn-ea"/>
        <a:cs typeface="+mn-cs"/>
      </a:defRPr>
    </a:lvl2pPr>
    <a:lvl3pPr marL="701815" algn="l" defTabSz="701815" rtl="0" eaLnBrk="1" latinLnBrk="1" hangingPunct="1">
      <a:defRPr sz="1382" kern="1200">
        <a:solidFill>
          <a:schemeClr val="tx1"/>
        </a:solidFill>
        <a:latin typeface="+mn-lt"/>
        <a:ea typeface="+mn-ea"/>
        <a:cs typeface="+mn-cs"/>
      </a:defRPr>
    </a:lvl3pPr>
    <a:lvl4pPr marL="1052722" algn="l" defTabSz="701815" rtl="0" eaLnBrk="1" latinLnBrk="1" hangingPunct="1">
      <a:defRPr sz="1382" kern="1200">
        <a:solidFill>
          <a:schemeClr val="tx1"/>
        </a:solidFill>
        <a:latin typeface="+mn-lt"/>
        <a:ea typeface="+mn-ea"/>
        <a:cs typeface="+mn-cs"/>
      </a:defRPr>
    </a:lvl4pPr>
    <a:lvl5pPr marL="1403631" algn="l" defTabSz="701815" rtl="0" eaLnBrk="1" latinLnBrk="1" hangingPunct="1">
      <a:defRPr sz="1382" kern="1200">
        <a:solidFill>
          <a:schemeClr val="tx1"/>
        </a:solidFill>
        <a:latin typeface="+mn-lt"/>
        <a:ea typeface="+mn-ea"/>
        <a:cs typeface="+mn-cs"/>
      </a:defRPr>
    </a:lvl5pPr>
    <a:lvl6pPr marL="1754538" algn="l" defTabSz="701815" rtl="0" eaLnBrk="1" latinLnBrk="1" hangingPunct="1">
      <a:defRPr sz="1382" kern="1200">
        <a:solidFill>
          <a:schemeClr val="tx1"/>
        </a:solidFill>
        <a:latin typeface="+mn-lt"/>
        <a:ea typeface="+mn-ea"/>
        <a:cs typeface="+mn-cs"/>
      </a:defRPr>
    </a:lvl6pPr>
    <a:lvl7pPr marL="2105446" algn="l" defTabSz="701815" rtl="0" eaLnBrk="1" latinLnBrk="1" hangingPunct="1">
      <a:defRPr sz="1382" kern="1200">
        <a:solidFill>
          <a:schemeClr val="tx1"/>
        </a:solidFill>
        <a:latin typeface="+mn-lt"/>
        <a:ea typeface="+mn-ea"/>
        <a:cs typeface="+mn-cs"/>
      </a:defRPr>
    </a:lvl7pPr>
    <a:lvl8pPr marL="2456353" algn="l" defTabSz="701815" rtl="0" eaLnBrk="1" latinLnBrk="1" hangingPunct="1">
      <a:defRPr sz="1382" kern="1200">
        <a:solidFill>
          <a:schemeClr val="tx1"/>
        </a:solidFill>
        <a:latin typeface="+mn-lt"/>
        <a:ea typeface="+mn-ea"/>
        <a:cs typeface="+mn-cs"/>
      </a:defRPr>
    </a:lvl8pPr>
    <a:lvl9pPr marL="2807261" algn="l" defTabSz="701815" rtl="0" eaLnBrk="1" latinLnBrk="1" hangingPunct="1">
      <a:defRPr sz="138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CC00"/>
    <a:srgbClr val="7B882E"/>
    <a:srgbClr val="E6A722"/>
    <a:srgbClr val="EAEAEA"/>
    <a:srgbClr val="444F26"/>
    <a:srgbClr val="F0F0F0"/>
    <a:srgbClr val="F8F8F8"/>
    <a:srgbClr val="ECECEC"/>
    <a:srgbClr val="E1C721"/>
    <a:srgbClr val="E688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36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2784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7DA143-9530-4CAE-BF83-0FEBCED2917F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20B75D-CC78-4D8E-9CEE-C7A048809C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648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0B75D-CC78-4D8E-9CEE-C7A048809C2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62255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5D9FB-DE35-5F98-15B3-0273D80AE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4DD8467-06E8-81F7-F37C-BB3E84E0F2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01C4484-E1A9-6B6F-CA0B-69A02D19E8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08BFEA-1F96-C797-0181-704BAAB5BA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0B75D-CC78-4D8E-9CEE-C7A048809C2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42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7222B-3256-5BE2-4EDE-8637C373B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6B91A08-6264-2133-D54B-D688EFB7A9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1D86E8-260D-A661-1B26-A30F0FF829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BC8C19-E563-1B53-2E26-C18B9CF8DC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0B75D-CC78-4D8E-9CEE-C7A048809C2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054641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5" Type="http://schemas.openxmlformats.org/officeDocument/2006/relationships/image" Target="../media/image5.jpeg"/><Relationship Id="rId6" Type="http://schemas.openxmlformats.org/officeDocument/2006/relationships/image" Target="../media/image6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 userDrawn="1"/>
        </p:nvSpPr>
        <p:spPr>
          <a:xfrm>
            <a:off x="6903306" y="6491416"/>
            <a:ext cx="289053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bg1">
                    <a:lumMod val="75000"/>
                  </a:schemeClr>
                </a:solidFill>
              </a:rPr>
              <a:t>COPYRIGHT © 2020 BY GENCURIX. ALL RIGHTS RESERVED.</a:t>
            </a:r>
            <a:endParaRPr lang="ko-KR" altLang="en-US" sz="9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5415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52940" y="1630135"/>
            <a:ext cx="30312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200" b="1" spc="-30" baseline="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0" scaled="0"/>
                </a:gradFill>
                <a:latin typeface="Calibri" panose="020F0502020204030204" pitchFamily="34" charset="0"/>
                <a:ea typeface="맑은 고딕" panose="020B0503020000020004" pitchFamily="50" charset="-127"/>
              </a:rPr>
              <a:t>Table of contents</a:t>
            </a:r>
            <a:endParaRPr lang="ko-KR" altLang="en-US" sz="3200" b="1" spc="-30" baseline="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0" scaled="0"/>
              </a:gradFill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4" name="직사각형 3"/>
          <p:cNvSpPr/>
          <p:nvPr userDrawn="1"/>
        </p:nvSpPr>
        <p:spPr>
          <a:xfrm rot="5400000">
            <a:off x="-244438" y="1783620"/>
            <a:ext cx="613765" cy="142847"/>
          </a:xfrm>
          <a:prstGeom prst="rect">
            <a:avLst/>
          </a:prstGeom>
          <a:solidFill>
            <a:srgbClr val="B8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652940" y="1491635"/>
            <a:ext cx="17906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GLOBAL</a:t>
            </a:r>
            <a:r>
              <a:rPr lang="en-US" altLang="ko-KR" sz="1200" baseline="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BIO HEALTHCARE</a:t>
            </a:r>
            <a:endParaRPr lang="ko-KR" altLang="en-US" sz="1200" dirty="0">
              <a:solidFill>
                <a:schemeClr val="bg1">
                  <a:lumMod val="75000"/>
                </a:schemeClr>
              </a:solidFill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  <p:grpSp>
        <p:nvGrpSpPr>
          <p:cNvPr id="6" name="그룹 5"/>
          <p:cNvGrpSpPr/>
          <p:nvPr userDrawn="1"/>
        </p:nvGrpSpPr>
        <p:grpSpPr>
          <a:xfrm>
            <a:off x="788176" y="2602119"/>
            <a:ext cx="4334954" cy="2999209"/>
            <a:chOff x="727547" y="2498040"/>
            <a:chExt cx="4001496" cy="2499341"/>
          </a:xfrm>
        </p:grpSpPr>
        <p:pic>
          <p:nvPicPr>
            <p:cNvPr id="7" name="그림 6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77" t="25734" r="24080" b="18575"/>
            <a:stretch/>
          </p:blipFill>
          <p:spPr>
            <a:xfrm>
              <a:off x="727547" y="2499386"/>
              <a:ext cx="2302736" cy="1196349"/>
            </a:xfrm>
            <a:prstGeom prst="rect">
              <a:avLst/>
            </a:prstGeom>
          </p:spPr>
        </p:pic>
        <p:pic>
          <p:nvPicPr>
            <p:cNvPr id="8" name="그림 7"/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098" t="8820" r="15010" b="10495"/>
            <a:stretch/>
          </p:blipFill>
          <p:spPr>
            <a:xfrm>
              <a:off x="727547" y="3788592"/>
              <a:ext cx="1503617" cy="1208789"/>
            </a:xfrm>
            <a:prstGeom prst="rect">
              <a:avLst/>
            </a:prstGeom>
          </p:spPr>
        </p:pic>
        <p:pic>
          <p:nvPicPr>
            <p:cNvPr id="9" name="그림 8"/>
            <p:cNvPicPr>
              <a:picLocks noChangeAspect="1"/>
            </p:cNvPicPr>
            <p:nvPr userDrawn="1"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504" t="-98" r="12165" b="14309"/>
            <a:stretch/>
          </p:blipFill>
          <p:spPr>
            <a:xfrm>
              <a:off x="3138320" y="2498040"/>
              <a:ext cx="1590723" cy="1191564"/>
            </a:xfrm>
            <a:prstGeom prst="rect">
              <a:avLst/>
            </a:prstGeom>
          </p:spPr>
        </p:pic>
        <p:pic>
          <p:nvPicPr>
            <p:cNvPr id="10" name="그림 9"/>
            <p:cNvPicPr>
              <a:picLocks noChangeAspect="1"/>
            </p:cNvPicPr>
            <p:nvPr userDrawn="1"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5" b="11547"/>
            <a:stretch/>
          </p:blipFill>
          <p:spPr>
            <a:xfrm>
              <a:off x="2330824" y="3788592"/>
              <a:ext cx="2398218" cy="1204828"/>
            </a:xfrm>
            <a:prstGeom prst="rect">
              <a:avLst/>
            </a:prstGeom>
          </p:spPr>
        </p:pic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850A2B60-9E02-423C-AC72-86A989C7698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8375100" y="247108"/>
            <a:ext cx="1156417" cy="205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764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850A2B60-9E02-423C-AC72-86A989C769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50386" y="247108"/>
            <a:ext cx="1156417" cy="205803"/>
          </a:xfrm>
          <a:prstGeom prst="rect">
            <a:avLst/>
          </a:prstGeom>
        </p:spPr>
      </p:pic>
      <p:sp>
        <p:nvSpPr>
          <p:cNvPr id="18" name="직사각형 17"/>
          <p:cNvSpPr/>
          <p:nvPr userDrawn="1"/>
        </p:nvSpPr>
        <p:spPr>
          <a:xfrm>
            <a:off x="399292" y="0"/>
            <a:ext cx="1497926" cy="148856"/>
          </a:xfrm>
          <a:prstGeom prst="rect">
            <a:avLst/>
          </a:prstGeom>
          <a:solidFill>
            <a:srgbClr val="B8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9" name="Rectangle 17">
            <a:extLst>
              <a:ext uri="{FF2B5EF4-FFF2-40B4-BE49-F238E27FC236}">
                <a16:creationId xmlns:a16="http://schemas.microsoft.com/office/drawing/2014/main" id="{5689054C-6171-4789-BBAE-C62ADF3688BF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5596007" y="6562720"/>
            <a:ext cx="4175716" cy="177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rIns="0"/>
          <a:lstStyle/>
          <a:p>
            <a:pPr marL="0" marR="0" indent="0" algn="r" defTabSz="99770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BB8872E-4CE4-4DE7-BA1A-F3F28E5123FF}" type="slidenum">
              <a:rPr lang="en-US" altLang="ko-KR" sz="1200" i="0" smtClean="0"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5400000" scaled="0"/>
                </a:gradFill>
                <a:latin typeface="Frutiger55Roman" pitchFamily="34" charset="0"/>
                <a:ea typeface="맑은 고딕" panose="020B0503020000020004" pitchFamily="50" charset="-127"/>
                <a:cs typeface="Arial" pitchFamily="34" charset="0"/>
              </a:rPr>
              <a:pPr marL="0" marR="0" indent="0" algn="r" defTabSz="997702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1200" i="0" dirty="0">
              <a:gradFill>
                <a:gsLst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50000"/>
                    </a:schemeClr>
                  </a:gs>
                </a:gsLst>
                <a:lin ang="5400000" scaled="0"/>
              </a:gradFill>
              <a:latin typeface="Frutiger55Roman" pitchFamily="34" charset="0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id="{41F90F73-9480-49CC-A12A-EDC06936A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92" y="285982"/>
            <a:ext cx="6964033" cy="205803"/>
          </a:xfrm>
          <a:prstGeom prst="rect">
            <a:avLst/>
          </a:prstGeom>
        </p:spPr>
        <p:txBody>
          <a:bodyPr lIns="0" tIns="0" bIns="0">
            <a:noAutofit/>
          </a:bodyPr>
          <a:lstStyle>
            <a:lvl1pPr>
              <a:defRPr lang="ko-KR" altLang="en-US" sz="1600" kern="1200" spc="-6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2700000" scaled="0"/>
                </a:gradFill>
                <a:latin typeface="Frutiger65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21" name="직선 연결선 20"/>
          <p:cNvCxnSpPr/>
          <p:nvPr userDrawn="1"/>
        </p:nvCxnSpPr>
        <p:spPr>
          <a:xfrm>
            <a:off x="374483" y="613608"/>
            <a:ext cx="915703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7588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8181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6376" y="2802613"/>
            <a:ext cx="1933249" cy="1170394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822977" y="6345006"/>
            <a:ext cx="62600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solidFill>
                  <a:schemeClr val="bg1"/>
                </a:solidFill>
              </a:rPr>
              <a:t>서울특별시 구로구 디지털로</a:t>
            </a:r>
            <a:r>
              <a:rPr lang="en-US" altLang="ko-KR" sz="1050" dirty="0">
                <a:solidFill>
                  <a:schemeClr val="bg1"/>
                </a:solidFill>
              </a:rPr>
              <a:t>242</a:t>
            </a:r>
            <a:r>
              <a:rPr lang="en-US" altLang="ko-KR" sz="1050" baseline="0" dirty="0">
                <a:solidFill>
                  <a:schemeClr val="bg1"/>
                </a:solidFill>
              </a:rPr>
              <a:t> </a:t>
            </a:r>
            <a:r>
              <a:rPr lang="ko-KR" altLang="en-US" sz="1050" dirty="0">
                <a:solidFill>
                  <a:schemeClr val="bg1"/>
                </a:solidFill>
              </a:rPr>
              <a:t>한화비즈메트로 </a:t>
            </a:r>
            <a:r>
              <a:rPr lang="en-US" altLang="ko-KR" sz="1050" dirty="0">
                <a:solidFill>
                  <a:schemeClr val="bg1"/>
                </a:solidFill>
              </a:rPr>
              <a:t>1</a:t>
            </a:r>
            <a:r>
              <a:rPr lang="ko-KR" altLang="en-US" sz="1050" dirty="0">
                <a:solidFill>
                  <a:schemeClr val="bg1"/>
                </a:solidFill>
              </a:rPr>
              <a:t>차  </a:t>
            </a:r>
            <a:r>
              <a:rPr lang="ko-KR" altLang="en-US" sz="1100" dirty="0">
                <a:solidFill>
                  <a:schemeClr val="bg1"/>
                </a:solidFill>
              </a:rPr>
              <a:t>｜ </a:t>
            </a:r>
            <a:r>
              <a:rPr lang="en-US" altLang="ko-KR" sz="1100" dirty="0">
                <a:solidFill>
                  <a:schemeClr val="bg1"/>
                </a:solidFill>
              </a:rPr>
              <a:t>Tel. 02-2621-7038 </a:t>
            </a:r>
            <a:r>
              <a:rPr lang="ko-KR" altLang="en-US" sz="1100" dirty="0">
                <a:solidFill>
                  <a:schemeClr val="bg1"/>
                </a:solidFill>
              </a:rPr>
              <a:t> ｜ </a:t>
            </a:r>
            <a:r>
              <a:rPr lang="en-US" altLang="ko-KR" sz="1100" dirty="0">
                <a:solidFill>
                  <a:schemeClr val="bg1"/>
                </a:solidFill>
              </a:rPr>
              <a:t>Mail. info@gencurix.com</a:t>
            </a:r>
            <a:r>
              <a:rPr lang="ko-KR" altLang="en-US" sz="1100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059619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209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14" r:id="rId2"/>
    <p:sldLayoutId id="2147483690" r:id="rId3"/>
    <p:sldLayoutId id="2147483720" r:id="rId4"/>
    <p:sldLayoutId id="2147483715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tags" Target="../tags/tag4.xml"/><Relationship Id="rId4" Type="http://schemas.openxmlformats.org/officeDocument/2006/relationships/tags" Target="../tags/tag5.xml"/><Relationship Id="rId5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Layout" Target="../slideLayouts/slideLayout3.xml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ags" Target="../tags/tag6.xml"/><Relationship Id="rId3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ags" Target="../tags/tag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ags" Target="../tags/tag7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그룹 29"/>
          <p:cNvGrpSpPr/>
          <p:nvPr/>
        </p:nvGrpSpPr>
        <p:grpSpPr>
          <a:xfrm>
            <a:off x="769833" y="2614940"/>
            <a:ext cx="2291816" cy="1076770"/>
            <a:chOff x="529839" y="4802493"/>
            <a:chExt cx="2291816" cy="1076770"/>
          </a:xfrm>
        </p:grpSpPr>
        <p:sp>
          <p:nvSpPr>
            <p:cNvPr id="14" name="직사각형 13"/>
            <p:cNvSpPr/>
            <p:nvPr/>
          </p:nvSpPr>
          <p:spPr>
            <a:xfrm>
              <a:off x="529839" y="4802493"/>
              <a:ext cx="1076770" cy="107677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50482" y="5202379"/>
              <a:ext cx="83548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solidFill>
                    <a:schemeClr val="bg1"/>
                  </a:solidFill>
                </a:rPr>
                <a:t>제목 색상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744885" y="4802493"/>
              <a:ext cx="1076770" cy="107677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865528" y="5202379"/>
              <a:ext cx="83548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solidFill>
                    <a:schemeClr val="bg1"/>
                  </a:solidFill>
                </a:rPr>
                <a:t>내용 색상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633101" y="421004"/>
            <a:ext cx="12570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/>
              <a:t>컬러 가이드</a:t>
            </a:r>
            <a:endParaRPr lang="en-US" altLang="ko-KR" sz="1600" b="1" dirty="0"/>
          </a:p>
        </p:txBody>
      </p:sp>
      <p:sp>
        <p:nvSpPr>
          <p:cNvPr id="3" name="직사각형 2"/>
          <p:cNvSpPr/>
          <p:nvPr/>
        </p:nvSpPr>
        <p:spPr>
          <a:xfrm>
            <a:off x="769833" y="925563"/>
            <a:ext cx="1076770" cy="1076770"/>
          </a:xfrm>
          <a:prstGeom prst="rect">
            <a:avLst/>
          </a:prstGeom>
          <a:solidFill>
            <a:srgbClr val="B8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985053" y="1325449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>
                <a:solidFill>
                  <a:schemeClr val="bg1"/>
                </a:solidFill>
              </a:rPr>
              <a:t>주색상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983335" y="909235"/>
            <a:ext cx="1076770" cy="1076770"/>
          </a:xfrm>
          <a:prstGeom prst="rect">
            <a:avLst/>
          </a:prstGeom>
          <a:solidFill>
            <a:srgbClr val="E6A7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121611" y="1309121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>
                <a:solidFill>
                  <a:schemeClr val="bg1"/>
                </a:solidFill>
              </a:rPr>
              <a:t>보조색상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198381" y="909235"/>
            <a:ext cx="1076770" cy="1076770"/>
          </a:xfrm>
          <a:prstGeom prst="rect">
            <a:avLst/>
          </a:prstGeom>
          <a:solidFill>
            <a:srgbClr val="7B88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3336657" y="1309121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>
                <a:solidFill>
                  <a:schemeClr val="bg1"/>
                </a:solidFill>
              </a:rPr>
              <a:t>보조색상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4413427" y="909235"/>
            <a:ext cx="1076770" cy="1076770"/>
          </a:xfrm>
          <a:prstGeom prst="rect">
            <a:avLst/>
          </a:prstGeom>
          <a:solidFill>
            <a:srgbClr val="444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4551703" y="1309121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>
                <a:solidFill>
                  <a:schemeClr val="bg1"/>
                </a:solidFill>
              </a:rPr>
              <a:t>보조색상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5628473" y="909235"/>
            <a:ext cx="1076770" cy="107677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766749" y="1309121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보조색상</a:t>
            </a:r>
            <a:endParaRPr lang="en-US" altLang="ko-KR" sz="1200" dirty="0"/>
          </a:p>
        </p:txBody>
      </p:sp>
      <p:sp>
        <p:nvSpPr>
          <p:cNvPr id="20" name="직사각형 19"/>
          <p:cNvSpPr/>
          <p:nvPr/>
        </p:nvSpPr>
        <p:spPr>
          <a:xfrm>
            <a:off x="6843519" y="909235"/>
            <a:ext cx="1076770" cy="107677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6981795" y="1309121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보조색상</a:t>
            </a:r>
            <a:endParaRPr lang="en-US" altLang="ko-KR" sz="1200" dirty="0"/>
          </a:p>
        </p:txBody>
      </p:sp>
      <p:sp>
        <p:nvSpPr>
          <p:cNvPr id="22" name="직사각형 21"/>
          <p:cNvSpPr/>
          <p:nvPr/>
        </p:nvSpPr>
        <p:spPr>
          <a:xfrm>
            <a:off x="8058565" y="909235"/>
            <a:ext cx="1076770" cy="107677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8196841" y="1309121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>
                <a:solidFill>
                  <a:schemeClr val="bg1"/>
                </a:solidFill>
              </a:rPr>
              <a:t>보조색상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602250" y="2057578"/>
            <a:ext cx="27590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* </a:t>
            </a:r>
            <a:r>
              <a:rPr lang="ko-KR" altLang="en-US" sz="1000" dirty="0"/>
              <a:t>이 외에도 무채색은 다양한 농도로 사용 가능</a:t>
            </a:r>
            <a:endParaRPr lang="en-US" altLang="ko-KR" sz="1000" dirty="0"/>
          </a:p>
        </p:txBody>
      </p:sp>
      <p:cxnSp>
        <p:nvCxnSpPr>
          <p:cNvPr id="26" name="직선 연결선 25"/>
          <p:cNvCxnSpPr/>
          <p:nvPr/>
        </p:nvCxnSpPr>
        <p:spPr>
          <a:xfrm>
            <a:off x="633101" y="2396801"/>
            <a:ext cx="863979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69833" y="4340317"/>
            <a:ext cx="21242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err="1"/>
              <a:t>불릿</a:t>
            </a:r>
            <a:r>
              <a:rPr lang="ko-KR" altLang="en-US" sz="1600" b="1" dirty="0"/>
              <a:t> 포인트 사용방법</a:t>
            </a:r>
            <a:endParaRPr lang="en-US" altLang="ko-KR" sz="1600" b="1" dirty="0"/>
          </a:p>
        </p:txBody>
      </p:sp>
      <p:cxnSp>
        <p:nvCxnSpPr>
          <p:cNvPr id="32" name="직선 연결선 31"/>
          <p:cNvCxnSpPr/>
          <p:nvPr/>
        </p:nvCxnSpPr>
        <p:spPr>
          <a:xfrm>
            <a:off x="633101" y="4042994"/>
            <a:ext cx="863979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69832" y="5031405"/>
            <a:ext cx="2020105" cy="305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shift+alt</a:t>
            </a:r>
            <a:r>
              <a:rPr lang="en-US" altLang="ko-KR" dirty="0"/>
              <a:t>+</a:t>
            </a:r>
            <a:r>
              <a:rPr lang="ko-KR" altLang="en-US" dirty="0"/>
              <a:t>→</a:t>
            </a:r>
            <a:r>
              <a:rPr lang="en-US" altLang="ko-KR" dirty="0"/>
              <a:t>(</a:t>
            </a:r>
            <a:r>
              <a:rPr lang="ko-KR" altLang="en-US" dirty="0" err="1"/>
              <a:t>좌우방향키</a:t>
            </a:r>
            <a:r>
              <a:rPr lang="en-US" altLang="ko-KR" dirty="0"/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1649" y="5031405"/>
            <a:ext cx="595035" cy="305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예시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5" name="내용 개체 틀 44"/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3656684" y="4708444"/>
            <a:ext cx="814554" cy="129266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defTabSz="936625" rtl="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4775" indent="-103188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1200">
                <a:solidFill>
                  <a:schemeClr val="tx1"/>
                </a:solidFill>
                <a:latin typeface="+mn-lt"/>
                <a:ea typeface="+mn-ea"/>
              </a:defRPr>
            </a:lvl2pPr>
            <a:lvl3pPr marL="209550" indent="-103188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–"/>
              <a:defRPr sz="1200">
                <a:solidFill>
                  <a:schemeClr val="tx1"/>
                </a:solidFill>
                <a:latin typeface="+mn-lt"/>
                <a:ea typeface="+mn-ea"/>
              </a:defRPr>
            </a:lvl3pPr>
            <a:lvl4pPr marL="314325" indent="-103188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·"/>
              <a:defRPr sz="1200">
                <a:solidFill>
                  <a:schemeClr val="tx1"/>
                </a:solidFill>
                <a:latin typeface="+mn-lt"/>
                <a:ea typeface="+mn-ea"/>
              </a:defRPr>
            </a:lvl4pPr>
            <a:lvl5pPr marL="4206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5pPr>
            <a:lvl6pPr marL="8778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13350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17922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22494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eaLnBrk="1" latinLnBrk="0" hangingPunct="1">
              <a:lnSpc>
                <a:spcPct val="120000"/>
              </a:lnSpc>
            </a:pPr>
            <a:r>
              <a:rPr lang="en-US" altLang="ko-KR" sz="1400" b="1" kern="0" dirty="0">
                <a:solidFill>
                  <a:srgbClr val="000000"/>
                </a:solidFill>
                <a:ea typeface="맑은 고딕" panose="020B0503020000020004" pitchFamily="50" charset="-127"/>
                <a:cs typeface="Arial"/>
                <a:sym typeface="Arial"/>
              </a:rPr>
              <a:t>AAAA</a:t>
            </a:r>
            <a:endParaRPr lang="en-US" altLang="ko-KR" sz="1400" kern="0" dirty="0">
              <a:solidFill>
                <a:srgbClr val="000000"/>
              </a:solidFill>
              <a:ea typeface="맑은 고딕" panose="020B0503020000020004" pitchFamily="50" charset="-127"/>
              <a:cs typeface="Arial"/>
              <a:sym typeface="Arial"/>
            </a:endParaRPr>
          </a:p>
          <a:p>
            <a:pPr lvl="2" eaLnBrk="1" latinLnBrk="0" hangingPunct="1">
              <a:lnSpc>
                <a:spcPct val="120000"/>
              </a:lnSpc>
            </a:pPr>
            <a:r>
              <a:rPr lang="en-US" altLang="ko-KR" sz="1400" kern="0" dirty="0">
                <a:solidFill>
                  <a:srgbClr val="000000"/>
                </a:solidFill>
                <a:ea typeface="맑은 고딕" panose="020B0503020000020004" pitchFamily="50" charset="-127"/>
                <a:cs typeface="Arial"/>
                <a:sym typeface="Arial"/>
              </a:rPr>
              <a:t>BBBB</a:t>
            </a:r>
          </a:p>
          <a:p>
            <a:pPr lvl="2" eaLnBrk="1" latinLnBrk="0" hangingPunct="1">
              <a:lnSpc>
                <a:spcPct val="120000"/>
              </a:lnSpc>
            </a:pPr>
            <a:r>
              <a:rPr lang="en-US" altLang="ko-KR" sz="1400" kern="0" dirty="0">
                <a:solidFill>
                  <a:srgbClr val="000000"/>
                </a:solidFill>
                <a:ea typeface="맑은 고딕" panose="020B0503020000020004" pitchFamily="50" charset="-127"/>
                <a:cs typeface="Arial"/>
                <a:sym typeface="Arial"/>
              </a:rPr>
              <a:t>CCCC</a:t>
            </a:r>
          </a:p>
          <a:p>
            <a:pPr lvl="3" eaLnBrk="1" latinLnBrk="0" hangingPunct="1">
              <a:lnSpc>
                <a:spcPct val="120000"/>
              </a:lnSpc>
            </a:pPr>
            <a:r>
              <a:rPr lang="en-US" altLang="ko-KR" sz="1400" kern="0" dirty="0">
                <a:solidFill>
                  <a:srgbClr val="000000"/>
                </a:solidFill>
                <a:ea typeface="맑은 고딕" panose="020B0503020000020004" pitchFamily="50" charset="-127"/>
                <a:cs typeface="Arial"/>
                <a:sym typeface="Arial"/>
              </a:rPr>
              <a:t>DDDD</a:t>
            </a:r>
          </a:p>
          <a:p>
            <a:pPr lvl="4" eaLnBrk="1" latinLnBrk="0" hangingPunct="1">
              <a:lnSpc>
                <a:spcPct val="120000"/>
              </a:lnSpc>
            </a:pPr>
            <a:r>
              <a:rPr lang="en-US" altLang="ko-KR" sz="1400" kern="0" dirty="0">
                <a:solidFill>
                  <a:srgbClr val="000000"/>
                </a:solidFill>
                <a:ea typeface="맑은 고딕" panose="020B0503020000020004" pitchFamily="50" charset="-127"/>
                <a:cs typeface="Arial"/>
                <a:sym typeface="Arial"/>
              </a:rPr>
              <a:t>EEEE</a:t>
            </a:r>
          </a:p>
        </p:txBody>
      </p:sp>
    </p:spTree>
    <p:extLst>
      <p:ext uri="{BB962C8B-B14F-4D97-AF65-F5344CB8AC3E}">
        <p14:creationId xmlns:p14="http://schemas.microsoft.com/office/powerpoint/2010/main" val="370168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/>
          <p:cNvGrpSpPr/>
          <p:nvPr/>
        </p:nvGrpSpPr>
        <p:grpSpPr>
          <a:xfrm>
            <a:off x="566619" y="1179308"/>
            <a:ext cx="949299" cy="800219"/>
            <a:chOff x="882502" y="1028319"/>
            <a:chExt cx="949299" cy="800219"/>
          </a:xfrm>
        </p:grpSpPr>
        <p:sp>
          <p:nvSpPr>
            <p:cNvPr id="3" name="TextBox 2"/>
            <p:cNvSpPr txBox="1"/>
            <p:nvPr/>
          </p:nvSpPr>
          <p:spPr>
            <a:xfrm>
              <a:off x="882502" y="1028319"/>
              <a:ext cx="94929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/>
                <a:t>Object-API Test Report</a:t>
              </a:r>
              <a:endParaRPr lang="ko-KR" altLang="en-US" sz="2400" b="1" dirty="0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882502" y="1489984"/>
              <a:ext cx="9371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Image / Plot / Table objects</a:t>
              </a:r>
              <a:endParaRPr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5" name="직사각형 4"/>
          <p:cNvSpPr/>
          <p:nvPr/>
        </p:nvSpPr>
        <p:spPr>
          <a:xfrm>
            <a:off x="2" y="1044720"/>
            <a:ext cx="108063" cy="1069394"/>
          </a:xfrm>
          <a:prstGeom prst="rect">
            <a:avLst/>
          </a:prstGeom>
          <a:solidFill>
            <a:srgbClr val="B8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4034" y="1104695"/>
            <a:ext cx="1555162" cy="94023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825474" y="6230968"/>
            <a:ext cx="16946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bg1">
                    <a:lumMod val="75000"/>
                  </a:schemeClr>
                </a:solidFill>
              </a:rPr>
              <a:t> ｜  ｜ </a:t>
            </a:r>
            <a:endParaRPr lang="ko-KR" altLang="en-US" sz="11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8479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/>
          <p:cNvGrpSpPr/>
          <p:nvPr/>
        </p:nvGrpSpPr>
        <p:grpSpPr>
          <a:xfrm>
            <a:off x="6041318" y="2847640"/>
            <a:ext cx="2291711" cy="2459893"/>
            <a:chOff x="5605383" y="2657800"/>
            <a:chExt cx="2291711" cy="2459893"/>
          </a:xfrm>
        </p:grpSpPr>
        <p:grpSp>
          <p:nvGrpSpPr>
            <p:cNvPr id="5" name="그룹 4"/>
            <p:cNvGrpSpPr/>
            <p:nvPr/>
          </p:nvGrpSpPr>
          <p:grpSpPr>
            <a:xfrm>
              <a:off x="5605383" y="2657800"/>
              <a:ext cx="2291711" cy="401603"/>
              <a:chOff x="5929576" y="2681218"/>
              <a:chExt cx="2291711" cy="401603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40F5DAA-ED96-4ACD-B0F2-2615B56B7DEC}"/>
                  </a:ext>
                </a:extLst>
              </p:cNvPr>
              <p:cNvSpPr txBox="1"/>
              <p:nvPr/>
            </p:nvSpPr>
            <p:spPr>
              <a:xfrm>
                <a:off x="5929576" y="2867377"/>
                <a:ext cx="2291711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>
                  <a:spcBef>
                    <a:spcPts val="200"/>
                  </a:spcBef>
                  <a:tabLst>
                    <a:tab pos="715963" algn="l"/>
                  </a:tabLst>
                </a:pPr>
                <a:r>
                  <a:rPr lang="ko-KR" altLang="en-US" sz="1400" spc="-40" dirty="0">
                    <a:latin typeface="Frutiger55Roman" panose="020B0500000000000000" pitchFamily="34" charset="0"/>
                    <a:ea typeface="맑은 고딕" panose="020B0503020000020004" pitchFamily="50" charset="-127"/>
                  </a:rPr>
                  <a:t>Introduction</a:t>
                </a:r>
                <a:endParaRPr lang="en-US" altLang="ko-KR" sz="1400" spc="-40" dirty="0">
                  <a:latin typeface="Frutiger55Roman" panose="020B0500000000000000" pitchFamily="34" charset="0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EF14E82-6AF4-47C3-BC3C-2C571C914075}"/>
                  </a:ext>
                </a:extLst>
              </p:cNvPr>
              <p:cNvSpPr txBox="1"/>
              <p:nvPr/>
            </p:nvSpPr>
            <p:spPr>
              <a:xfrm>
                <a:off x="5929576" y="2681218"/>
                <a:ext cx="1130838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>
                  <a:spcBef>
                    <a:spcPts val="200"/>
                  </a:spcBef>
                  <a:tabLst>
                    <a:tab pos="715963" algn="l"/>
                  </a:tabLst>
                </a:pPr>
                <a:r>
                  <a:rPr lang="en-US" altLang="ko-KR" sz="900" spc="-40" dirty="0">
                    <a:gradFill>
                      <a:gsLst>
                        <a:gs pos="0">
                          <a:schemeClr val="tx1">
                            <a:lumMod val="50000"/>
                            <a:lumOff val="50000"/>
                          </a:schemeClr>
                        </a:gs>
                        <a:gs pos="100000">
                          <a:schemeClr val="tx1">
                            <a:lumMod val="50000"/>
                            <a:lumOff val="50000"/>
                          </a:schemeClr>
                        </a:gs>
                      </a:gsLst>
                      <a:lin ang="0" scaled="0"/>
                    </a:gradFill>
                    <a:latin typeface="Calibri" panose="020F0502020204030204" pitchFamily="34" charset="0"/>
                    <a:ea typeface="맑은 고딕" panose="020B0503020000020004" pitchFamily="50" charset="-127"/>
                  </a:rPr>
                  <a:t>CHAPTER 1</a:t>
                </a:r>
              </a:p>
            </p:txBody>
          </p:sp>
        </p:grpSp>
        <p:grpSp>
          <p:nvGrpSpPr>
            <p:cNvPr id="7" name="그룹 6"/>
            <p:cNvGrpSpPr/>
            <p:nvPr/>
          </p:nvGrpSpPr>
          <p:grpSpPr>
            <a:xfrm>
              <a:off x="5605383" y="3338683"/>
              <a:ext cx="2291711" cy="401603"/>
              <a:chOff x="5929576" y="2681218"/>
              <a:chExt cx="2291711" cy="401603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40F5DAA-ED96-4ACD-B0F2-2615B56B7DEC}"/>
                  </a:ext>
                </a:extLst>
              </p:cNvPr>
              <p:cNvSpPr txBox="1"/>
              <p:nvPr/>
            </p:nvSpPr>
            <p:spPr>
              <a:xfrm>
                <a:off x="5929576" y="2867377"/>
                <a:ext cx="2291711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>
                  <a:spcBef>
                    <a:spcPts val="200"/>
                  </a:spcBef>
                  <a:tabLst>
                    <a:tab pos="715963" algn="l"/>
                  </a:tabLst>
                </a:pPr>
                <a:r>
                  <a:rPr lang="ko-KR" altLang="en-US" sz="1400" spc="-40" dirty="0">
                    <a:latin typeface="Frutiger55Roman" panose="020B0500000000000000" pitchFamily="34" charset="0"/>
                    <a:ea typeface="맑은 고딕" panose="020B0503020000020004" pitchFamily="50" charset="-127"/>
                  </a:rPr>
                  <a:t>Results</a:t>
                </a:r>
                <a:endParaRPr lang="en-US" altLang="ko-KR" sz="1400" spc="-40" dirty="0">
                  <a:latin typeface="Frutiger55Roman" panose="020B0500000000000000" pitchFamily="34" charset="0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EF14E82-6AF4-47C3-BC3C-2C571C914075}"/>
                  </a:ext>
                </a:extLst>
              </p:cNvPr>
              <p:cNvSpPr txBox="1"/>
              <p:nvPr/>
            </p:nvSpPr>
            <p:spPr>
              <a:xfrm>
                <a:off x="5929576" y="2681218"/>
                <a:ext cx="1130838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>
                  <a:spcBef>
                    <a:spcPts val="200"/>
                  </a:spcBef>
                  <a:tabLst>
                    <a:tab pos="715963" algn="l"/>
                  </a:tabLst>
                </a:pPr>
                <a:r>
                  <a:rPr lang="en-US" altLang="ko-KR" sz="900" spc="-40" dirty="0">
                    <a:gradFill>
                      <a:gsLst>
                        <a:gs pos="0">
                          <a:schemeClr val="tx1">
                            <a:lumMod val="50000"/>
                            <a:lumOff val="50000"/>
                          </a:schemeClr>
                        </a:gs>
                        <a:gs pos="100000">
                          <a:schemeClr val="tx1">
                            <a:lumMod val="50000"/>
                            <a:lumOff val="50000"/>
                          </a:schemeClr>
                        </a:gs>
                      </a:gsLst>
                      <a:lin ang="0" scaled="0"/>
                    </a:gradFill>
                    <a:latin typeface="Calibri" panose="020F0502020204030204" pitchFamily="34" charset="0"/>
                    <a:ea typeface="맑은 고딕" panose="020B0503020000020004" pitchFamily="50" charset="-127"/>
                  </a:rPr>
                  <a:t>CHAPTER 2</a:t>
                </a:r>
              </a:p>
            </p:txBody>
          </p:sp>
        </p:grpSp>
        <p:grpSp>
          <p:nvGrpSpPr>
            <p:cNvPr id="8" name="그룹 7"/>
            <p:cNvGrpSpPr/>
            <p:nvPr/>
          </p:nvGrpSpPr>
          <p:grpSpPr>
            <a:xfrm>
              <a:off x="5605383" y="4003501"/>
              <a:ext cx="2291711" cy="401603"/>
              <a:chOff x="5929576" y="2681218"/>
              <a:chExt cx="2291711" cy="401603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40F5DAA-ED96-4ACD-B0F2-2615B56B7DEC}"/>
                  </a:ext>
                </a:extLst>
              </p:cNvPr>
              <p:cNvSpPr txBox="1"/>
              <p:nvPr/>
            </p:nvSpPr>
            <p:spPr>
              <a:xfrm>
                <a:off x="5929576" y="2867377"/>
                <a:ext cx="2291711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>
                  <a:spcBef>
                    <a:spcPts val="200"/>
                  </a:spcBef>
                  <a:tabLst>
                    <a:tab pos="715963" algn="l"/>
                  </a:tabLst>
                </a:pPr>
                <a:r>
                  <a:rPr lang="ko-KR" altLang="en-US" sz="1400" spc="-40" dirty="0">
                    <a:latin typeface="Frutiger55Roman" panose="020B0500000000000000" pitchFamily="34" charset="0"/>
                    <a:ea typeface="맑은 고딕" panose="020B0503020000020004" pitchFamily="50" charset="-127"/>
                  </a:rPr>
                  <a:t>Conclusion</a:t>
                </a:r>
                <a:endParaRPr lang="en-US" altLang="ko-KR" sz="1400" spc="-40" dirty="0">
                  <a:latin typeface="Frutiger55Roman" panose="020B0500000000000000" pitchFamily="34" charset="0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EF14E82-6AF4-47C3-BC3C-2C571C914075}"/>
                  </a:ext>
                </a:extLst>
              </p:cNvPr>
              <p:cNvSpPr txBox="1"/>
              <p:nvPr/>
            </p:nvSpPr>
            <p:spPr>
              <a:xfrm>
                <a:off x="5929576" y="2681218"/>
                <a:ext cx="1130838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>
                  <a:spcBef>
                    <a:spcPts val="200"/>
                  </a:spcBef>
                  <a:tabLst>
                    <a:tab pos="715963" algn="l"/>
                  </a:tabLst>
                </a:pPr>
                <a:r>
                  <a:rPr lang="en-US" altLang="ko-KR" sz="900" spc="-40" dirty="0">
                    <a:gradFill>
                      <a:gsLst>
                        <a:gs pos="0">
                          <a:schemeClr val="tx1">
                            <a:lumMod val="50000"/>
                            <a:lumOff val="50000"/>
                          </a:schemeClr>
                        </a:gs>
                        <a:gs pos="100000">
                          <a:schemeClr val="tx1">
                            <a:lumMod val="50000"/>
                            <a:lumOff val="50000"/>
                          </a:schemeClr>
                        </a:gs>
                      </a:gsLst>
                      <a:lin ang="0" scaled="0"/>
                    </a:gradFill>
                    <a:latin typeface="Calibri" panose="020F0502020204030204" pitchFamily="34" charset="0"/>
                    <a:ea typeface="맑은 고딕" panose="020B0503020000020004" pitchFamily="50" charset="-127"/>
                  </a:rPr>
                  <a:t>CHAPTER 3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14770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1637636" y="2613392"/>
            <a:ext cx="5383205" cy="1631216"/>
            <a:chOff x="1637636" y="2613392"/>
            <a:chExt cx="5383205" cy="1631216"/>
          </a:xfrm>
        </p:grpSpPr>
        <p:sp>
          <p:nvSpPr>
            <p:cNvPr id="4" name="TextBox 3"/>
            <p:cNvSpPr txBox="1"/>
            <p:nvPr/>
          </p:nvSpPr>
          <p:spPr>
            <a:xfrm>
              <a:off x="4560299" y="3198168"/>
              <a:ext cx="21821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맑은 고딕" panose="020B0503020000020004" pitchFamily="50" charset="-127"/>
                </a:rPr>
                <a:t>Introduction</a:t>
              </a:r>
              <a:endParaRPr lang="ko-KR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</a:endParaRPr>
            </a:p>
          </p:txBody>
        </p:sp>
        <p:grpSp>
          <p:nvGrpSpPr>
            <p:cNvPr id="9" name="그룹 8"/>
            <p:cNvGrpSpPr/>
            <p:nvPr/>
          </p:nvGrpSpPr>
          <p:grpSpPr>
            <a:xfrm>
              <a:off x="1637636" y="2613392"/>
              <a:ext cx="5383205" cy="1631216"/>
              <a:chOff x="1213503" y="698527"/>
              <a:chExt cx="5383205" cy="1631216"/>
            </a:xfrm>
          </p:grpSpPr>
          <p:sp>
            <p:nvSpPr>
              <p:cNvPr id="3" name="TextBox 2"/>
              <p:cNvSpPr txBox="1"/>
              <p:nvPr/>
            </p:nvSpPr>
            <p:spPr>
              <a:xfrm>
                <a:off x="1213503" y="698527"/>
                <a:ext cx="5383205" cy="16312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000" b="1" dirty="0">
                    <a:solidFill>
                      <a:srgbClr val="B8CC00"/>
                    </a:solidFill>
                    <a:latin typeface="Calibri" panose="020F0502020204030204" pitchFamily="34" charset="0"/>
                    <a:ea typeface="맑은 고딕" panose="020B0503020000020004" pitchFamily="50" charset="-127"/>
                  </a:rPr>
                  <a:t>01</a:t>
                </a:r>
                <a:endParaRPr lang="ko-KR" altLang="en-US" sz="10000" b="1" dirty="0">
                  <a:solidFill>
                    <a:srgbClr val="B8CC00"/>
                  </a:solidFill>
                  <a:latin typeface="Calibri" panose="020F0502020204030204" pitchFamily="34" charset="0"/>
                  <a:ea typeface="맑은 고딕" panose="020B0503020000020004" pitchFamily="50" charset="-127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EF14E82-6AF4-47C3-BC3C-2C571C914075}"/>
                  </a:ext>
                </a:extLst>
              </p:cNvPr>
              <p:cNvSpPr txBox="1"/>
              <p:nvPr/>
            </p:nvSpPr>
            <p:spPr>
              <a:xfrm>
                <a:off x="1406879" y="810968"/>
                <a:ext cx="1096346" cy="16264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 algn="ctr">
                  <a:spcBef>
                    <a:spcPts val="200"/>
                  </a:spcBef>
                  <a:tabLst>
                    <a:tab pos="715963" algn="l"/>
                  </a:tabLst>
                </a:pPr>
                <a:r>
                  <a:rPr lang="en-US" altLang="ko-KR" sz="1050" spc="600" dirty="0">
                    <a:gradFill>
                      <a:gsLst>
                        <a:gs pos="0">
                          <a:schemeClr val="tx1">
                            <a:lumMod val="50000"/>
                            <a:lumOff val="50000"/>
                          </a:schemeClr>
                        </a:gs>
                        <a:gs pos="100000">
                          <a:schemeClr val="tx1">
                            <a:lumMod val="50000"/>
                            <a:lumOff val="50000"/>
                          </a:schemeClr>
                        </a:gs>
                      </a:gsLst>
                      <a:lin ang="0" scaled="0"/>
                    </a:gradFill>
                    <a:latin typeface="Calibri" panose="020F0502020204030204" pitchFamily="34" charset="0"/>
                    <a:ea typeface="맑은 고딕" panose="020B0503020000020004" pitchFamily="50" charset="-127"/>
                  </a:rPr>
                  <a:t>CHAPTER </a:t>
                </a:r>
              </a:p>
            </p:txBody>
          </p:sp>
        </p:grpSp>
      </p:grpSp>
      <p:grpSp>
        <p:nvGrpSpPr>
          <p:cNvPr id="14" name="그룹 13"/>
          <p:cNvGrpSpPr/>
          <p:nvPr/>
        </p:nvGrpSpPr>
        <p:grpSpPr>
          <a:xfrm>
            <a:off x="312634" y="242131"/>
            <a:ext cx="9280732" cy="6373738"/>
            <a:chOff x="312634" y="247828"/>
            <a:chExt cx="9280732" cy="6373738"/>
          </a:xfrm>
        </p:grpSpPr>
        <p:cxnSp>
          <p:nvCxnSpPr>
            <p:cNvPr id="12" name="직선 연결선 11"/>
            <p:cNvCxnSpPr/>
            <p:nvPr/>
          </p:nvCxnSpPr>
          <p:spPr>
            <a:xfrm>
              <a:off x="312634" y="247828"/>
              <a:ext cx="9280732" cy="0"/>
            </a:xfrm>
            <a:prstGeom prst="line">
              <a:avLst/>
            </a:prstGeom>
            <a:ln w="12700">
              <a:solidFill>
                <a:srgbClr val="B8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/>
            <p:cNvCxnSpPr/>
            <p:nvPr/>
          </p:nvCxnSpPr>
          <p:spPr>
            <a:xfrm>
              <a:off x="312634" y="6621566"/>
              <a:ext cx="9280732" cy="0"/>
            </a:xfrm>
            <a:prstGeom prst="line">
              <a:avLst/>
            </a:prstGeom>
            <a:ln w="12700">
              <a:solidFill>
                <a:srgbClr val="B8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35660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그룹 43"/>
          <p:cNvGrpSpPr/>
          <p:nvPr/>
        </p:nvGrpSpPr>
        <p:grpSpPr>
          <a:xfrm>
            <a:off x="666403" y="1983950"/>
            <a:ext cx="8573193" cy="1553911"/>
            <a:chOff x="502938" y="2881099"/>
            <a:chExt cx="8573193" cy="1553911"/>
          </a:xfrm>
        </p:grpSpPr>
        <p:cxnSp>
          <p:nvCxnSpPr>
            <p:cNvPr id="30" name="직선 연결선 29"/>
            <p:cNvCxnSpPr/>
            <p:nvPr/>
          </p:nvCxnSpPr>
          <p:spPr>
            <a:xfrm>
              <a:off x="502938" y="2881099"/>
              <a:ext cx="8573193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/>
            <p:cNvCxnSpPr/>
            <p:nvPr/>
          </p:nvCxnSpPr>
          <p:spPr>
            <a:xfrm>
              <a:off x="502938" y="4435010"/>
              <a:ext cx="8573193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그룹 5"/>
          <p:cNvGrpSpPr/>
          <p:nvPr/>
        </p:nvGrpSpPr>
        <p:grpSpPr>
          <a:xfrm>
            <a:off x="1040490" y="854312"/>
            <a:ext cx="7672798" cy="750724"/>
            <a:chOff x="1025394" y="1629374"/>
            <a:chExt cx="7672798" cy="750724"/>
          </a:xfrm>
        </p:grpSpPr>
        <p:sp>
          <p:nvSpPr>
            <p:cNvPr id="5" name="TextBox 4"/>
            <p:cNvSpPr txBox="1"/>
            <p:nvPr/>
          </p:nvSpPr>
          <p:spPr>
            <a:xfrm>
              <a:off x="1025394" y="1989721"/>
              <a:ext cx="9669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800" b="1" dirty="0">
                  <a:latin typeface="Calibri" panose="020F0502020204030204" pitchFamily="34" charset="0"/>
                  <a:ea typeface="맑은 고딕" panose="020B0503020000020004" pitchFamily="50" charset="-127"/>
                </a:rPr>
                <a:t>Purpose</a:t>
              </a:r>
              <a:endParaRPr lang="ko-KR" altLang="en-US" sz="1800" b="1" dirty="0">
                <a:latin typeface="Calibri" panose="020F0502020204030204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057840" y="1629374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solidFill>
                    <a:srgbClr val="B8CC00"/>
                  </a:solidFill>
                  <a:latin typeface="Calibri" panose="020F0502020204030204" pitchFamily="34" charset="0"/>
                  <a:ea typeface="맑은 고딕" panose="020B0503020000020004" pitchFamily="50" charset="-127"/>
                </a:rPr>
                <a:t>01</a:t>
              </a:r>
              <a:endParaRPr lang="ko-KR" altLang="en-US" sz="2000" dirty="0">
                <a:solidFill>
                  <a:srgbClr val="B8CC00"/>
                </a:solidFill>
                <a:latin typeface="Calibri" panose="020F0502020204030204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6" name="내용 개체 틀 44"/>
            <p:cNvSpPr txBox="1">
              <a:spLocks/>
            </p:cNvSpPr>
            <p:nvPr>
              <p:custDataLst>
                <p:tags r:id="rId4"/>
              </p:custDataLst>
            </p:nvPr>
          </p:nvSpPr>
          <p:spPr bwMode="auto">
            <a:xfrm>
              <a:off x="3819153" y="1863033"/>
              <a:ext cx="4879039" cy="51706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4775" indent="-103188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•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209550" indent="-103188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–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314325" indent="-103188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·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4206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8778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13350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17922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22494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lvl="1" latinLnBrk="0">
                <a:lnSpc>
                  <a:spcPct val="120000"/>
                </a:lnSpc>
              </a:pPr>
              <a:r>
                <a:rPr lang="ko-KR" altLang="en-US" sz="14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맑은 고딕" panose="020B0503020000020004" pitchFamily="50" charset="-127"/>
                  <a:cs typeface="Arial"/>
                  <a:sym typeface="Arial"/>
                </a:rPr>
                <a:t>Testing the Image/Plot/Table convenience constructors</a:t>
              </a:r>
              <a:endParaRPr lang="en-US" altLang="ko-KR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endParaRPr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1037460" y="2274986"/>
            <a:ext cx="7831077" cy="880828"/>
            <a:chOff x="1022364" y="3050048"/>
            <a:chExt cx="7831077" cy="880828"/>
          </a:xfrm>
        </p:grpSpPr>
        <p:sp>
          <p:nvSpPr>
            <p:cNvPr id="9" name="TextBox 8"/>
            <p:cNvSpPr txBox="1"/>
            <p:nvPr/>
          </p:nvSpPr>
          <p:spPr>
            <a:xfrm>
              <a:off x="1025394" y="3401500"/>
              <a:ext cx="8689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800" b="1" dirty="0">
                  <a:latin typeface="Calibri" panose="020F0502020204030204" pitchFamily="34" charset="0"/>
                  <a:ea typeface="맑은 고딕" panose="020B0503020000020004" pitchFamily="50" charset="-127"/>
                </a:rPr>
                <a:t>Results</a:t>
              </a:r>
              <a:endParaRPr lang="ko-KR" altLang="en-US" sz="1800" b="1" dirty="0">
                <a:latin typeface="Calibri" panose="020F0502020204030204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022364" y="3050048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solidFill>
                    <a:srgbClr val="B8CC00"/>
                  </a:solidFill>
                  <a:latin typeface="Calibri" panose="020F0502020204030204" pitchFamily="34" charset="0"/>
                  <a:ea typeface="맑은 고딕" panose="020B0503020000020004" pitchFamily="50" charset="-127"/>
                </a:rPr>
                <a:t>02</a:t>
              </a:r>
              <a:endParaRPr lang="ko-KR" altLang="en-US" sz="2000" dirty="0">
                <a:solidFill>
                  <a:srgbClr val="B8CC00"/>
                </a:solidFill>
                <a:latin typeface="Calibri" panose="020F0502020204030204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29" name="내용 개체 틀 44"/>
            <p:cNvSpPr txBox="1">
              <a:spLocks/>
            </p:cNvSpPr>
            <p:nvPr>
              <p:custDataLst>
                <p:tags r:id="rId3"/>
              </p:custDataLst>
            </p:nvPr>
          </p:nvSpPr>
          <p:spPr bwMode="auto">
            <a:xfrm>
              <a:off x="3819153" y="3241456"/>
              <a:ext cx="5034288" cy="68942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4775" indent="-103188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•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209550" indent="-103188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–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314325" indent="-103188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·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4206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8778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13350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17922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22494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lvl="1" latinLnBrk="0"/>
              <a:r>
                <a:rPr lang="ko-KR" altLang="en-US" sz="14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맑은 고딕" panose="020B0503020000020004" pitchFamily="50" charset="-127"/>
                  <a:cs typeface="Arial"/>
                  <a:sym typeface="Arial"/>
                </a:rPr>
                <a:t/>
              </a:r>
              <a:endParaRPr lang="en-US" altLang="ko-KR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endParaRPr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1040490" y="3845990"/>
            <a:ext cx="7828048" cy="884604"/>
            <a:chOff x="1025394" y="4621052"/>
            <a:chExt cx="7828048" cy="884604"/>
          </a:xfrm>
        </p:grpSpPr>
        <p:sp>
          <p:nvSpPr>
            <p:cNvPr id="12" name="TextBox 11"/>
            <p:cNvSpPr txBox="1"/>
            <p:nvPr/>
          </p:nvSpPr>
          <p:spPr>
            <a:xfrm>
              <a:off x="1025394" y="4976280"/>
              <a:ext cx="1223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800" b="1" dirty="0">
                  <a:latin typeface="Calibri" panose="020F0502020204030204" pitchFamily="34" charset="0"/>
                  <a:ea typeface="맑은 고딕" panose="020B0503020000020004" pitchFamily="50" charset="-127"/>
                </a:rPr>
                <a:t>Conclusion</a:t>
              </a:r>
              <a:endParaRPr lang="ko-KR" altLang="en-US" sz="1800" b="1" dirty="0">
                <a:latin typeface="Calibri" panose="020F0502020204030204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057840" y="4621052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solidFill>
                    <a:srgbClr val="B8CC00"/>
                  </a:solidFill>
                  <a:latin typeface="Calibri" panose="020F0502020204030204" pitchFamily="34" charset="0"/>
                  <a:ea typeface="맑은 고딕" panose="020B0503020000020004" pitchFamily="50" charset="-127"/>
                </a:rPr>
                <a:t>03</a:t>
              </a:r>
              <a:endParaRPr lang="ko-KR" altLang="en-US" sz="2000" dirty="0">
                <a:solidFill>
                  <a:srgbClr val="B8CC00"/>
                </a:solidFill>
                <a:latin typeface="Calibri" panose="020F0502020204030204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34" name="내용 개체 틀 44"/>
            <p:cNvSpPr txBox="1">
              <a:spLocks/>
            </p:cNvSpPr>
            <p:nvPr>
              <p:custDataLst>
                <p:tags r:id="rId2"/>
              </p:custDataLst>
            </p:nvPr>
          </p:nvSpPr>
          <p:spPr bwMode="auto">
            <a:xfrm>
              <a:off x="3819153" y="4816236"/>
              <a:ext cx="5034289" cy="68942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4775" indent="-103188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•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209550" indent="-103188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–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314325" indent="-103188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·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4206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8778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13350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17922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22494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lvl="1" latinLnBrk="0"/>
              <a:r>
                <a:rPr lang="ko-KR" altLang="en-US" sz="14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맑은 고딕" panose="020B0503020000020004" pitchFamily="50" charset="-127"/>
                  <a:cs typeface="Arial"/>
                  <a:sym typeface="Arial"/>
                </a:rPr>
                <a:t/>
              </a:r>
              <a:endParaRPr lang="en-US" altLang="ko-KR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endParaRPr>
            </a:p>
          </p:txBody>
        </p:sp>
      </p:grpSp>
      <p:sp>
        <p:nvSpPr>
          <p:cNvPr id="11" name="제목 1">
            <a:extLst>
              <a:ext uri="{FF2B5EF4-FFF2-40B4-BE49-F238E27FC236}">
                <a16:creationId xmlns:a16="http://schemas.microsoft.com/office/drawing/2014/main" id="{658FFB1E-953D-A57D-098E-E101EF9F5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167" y="242440"/>
            <a:ext cx="6964033" cy="205803"/>
          </a:xfrm>
        </p:spPr>
        <p:txBody>
          <a:bodyPr/>
          <a:lstStyle/>
          <a:p>
            <a:r>
              <a:rPr lang="en-US" altLang="ko-KR" b="1" dirty="0"/>
              <a:t>Summary</a:t>
            </a:r>
            <a:endParaRPr lang="ko-KR" altLang="en-US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E7ECF767-FD0A-D761-2DAB-4A888E49D43E}"/>
              </a:ext>
            </a:extLst>
          </p:cNvPr>
          <p:cNvGrpSpPr/>
          <p:nvPr/>
        </p:nvGrpSpPr>
        <p:grpSpPr>
          <a:xfrm>
            <a:off x="1037460" y="5256779"/>
            <a:ext cx="7828048" cy="884604"/>
            <a:chOff x="1025394" y="4621052"/>
            <a:chExt cx="7828048" cy="884604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041431B-D8F2-2778-6CF6-666D94DD710B}"/>
                </a:ext>
              </a:extLst>
            </p:cNvPr>
            <p:cNvSpPr txBox="1"/>
            <p:nvPr/>
          </p:nvSpPr>
          <p:spPr>
            <a:xfrm>
              <a:off x="1025394" y="4976280"/>
              <a:ext cx="1494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800" b="1" dirty="0">
                  <a:latin typeface="Calibri" panose="020F0502020204030204" pitchFamily="34" charset="0"/>
                  <a:ea typeface="맑은 고딕" panose="020B0503020000020004" pitchFamily="50" charset="-127"/>
                </a:rPr>
                <a:t>Further Study</a:t>
              </a:r>
              <a:endParaRPr lang="ko-KR" altLang="en-US" sz="1800" b="1" dirty="0">
                <a:latin typeface="Calibri" panose="020F0502020204030204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A12AD7D-F2DA-A018-B226-3A4AED1FF779}"/>
                </a:ext>
              </a:extLst>
            </p:cNvPr>
            <p:cNvSpPr txBox="1"/>
            <p:nvPr/>
          </p:nvSpPr>
          <p:spPr>
            <a:xfrm>
              <a:off x="1057840" y="4621052"/>
              <a:ext cx="4443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solidFill>
                    <a:srgbClr val="B8CC00"/>
                  </a:solidFill>
                  <a:latin typeface="Calibri" panose="020F0502020204030204" pitchFamily="34" charset="0"/>
                  <a:ea typeface="맑은 고딕" panose="020B0503020000020004" pitchFamily="50" charset="-127"/>
                </a:rPr>
                <a:t>04</a:t>
              </a:r>
              <a:endParaRPr lang="ko-KR" altLang="en-US" sz="2000" dirty="0">
                <a:solidFill>
                  <a:srgbClr val="B8CC00"/>
                </a:solidFill>
                <a:latin typeface="Calibri" panose="020F0502020204030204" pitchFamily="34" charset="0"/>
                <a:ea typeface="맑은 고딕" panose="020B0503020000020004" pitchFamily="50" charset="-127"/>
              </a:endParaRPr>
            </a:p>
          </p:txBody>
        </p:sp>
        <p:sp>
          <p:nvSpPr>
            <p:cNvPr id="19" name="내용 개체 틀 44">
              <a:extLst>
                <a:ext uri="{FF2B5EF4-FFF2-40B4-BE49-F238E27FC236}">
                  <a16:creationId xmlns:a16="http://schemas.microsoft.com/office/drawing/2014/main" id="{9BED5AE1-214A-1382-0EEC-E7E6E227B424}"/>
                </a:ext>
              </a:extLst>
            </p:cNvPr>
            <p:cNvSpPr txBox="1">
              <a:spLocks/>
            </p:cNvSpPr>
            <p:nvPr>
              <p:custDataLst>
                <p:tags r:id="rId1"/>
              </p:custDataLst>
            </p:nvPr>
          </p:nvSpPr>
          <p:spPr bwMode="auto">
            <a:xfrm>
              <a:off x="3819153" y="4816236"/>
              <a:ext cx="5034289" cy="68942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4775" indent="-103188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•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209550" indent="-103188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–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314325" indent="-103188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·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4206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8778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13350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17922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2249488" indent="-98425" algn="l" defTabSz="936625" rtl="0" eaLnBrk="0" fontAlgn="base" hangingPunct="0">
                <a:spcBef>
                  <a:spcPct val="0"/>
                </a:spcBef>
                <a:spcAft>
                  <a:spcPct val="0"/>
                </a:spcAft>
                <a:buChar char="›"/>
                <a:defRPr sz="12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lvl="1" latinLnBrk="0"/>
              <a:r>
                <a:rPr lang="ko-KR" altLang="en-US" sz="140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맑은 고딕" panose="020B0503020000020004" pitchFamily="50" charset="-127"/>
                  <a:cs typeface="Arial"/>
                  <a:sym typeface="Arial"/>
                </a:rPr>
                <a:t/>
              </a:r>
              <a:endParaRPr lang="en-US" altLang="ko-KR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AC4CE517-6FB6-D61B-0201-6FF0990616C7}"/>
              </a:ext>
            </a:extLst>
          </p:cNvPr>
          <p:cNvGrpSpPr/>
          <p:nvPr/>
        </p:nvGrpSpPr>
        <p:grpSpPr>
          <a:xfrm>
            <a:off x="666402" y="4969520"/>
            <a:ext cx="8573193" cy="1553911"/>
            <a:chOff x="502938" y="2881099"/>
            <a:chExt cx="8573193" cy="1553911"/>
          </a:xfrm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217B5C44-D61E-6991-A05F-42BBD463B6F2}"/>
                </a:ext>
              </a:extLst>
            </p:cNvPr>
            <p:cNvCxnSpPr/>
            <p:nvPr/>
          </p:nvCxnSpPr>
          <p:spPr>
            <a:xfrm>
              <a:off x="502938" y="2881099"/>
              <a:ext cx="8573193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BC822109-0074-BC5C-EE1D-6697C4F4BCAE}"/>
                </a:ext>
              </a:extLst>
            </p:cNvPr>
            <p:cNvCxnSpPr/>
            <p:nvPr/>
          </p:nvCxnSpPr>
          <p:spPr>
            <a:xfrm>
              <a:off x="502938" y="4435010"/>
              <a:ext cx="8573193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4940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9EFB7-92BE-7F91-7355-B2F50F3D2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E9B7E2-7EC6-DA4E-D3E2-BD51F9AC1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Introduction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749853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C968E-690A-AE1E-3920-256126AF3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>
            <a:extLst>
              <a:ext uri="{FF2B5EF4-FFF2-40B4-BE49-F238E27FC236}">
                <a16:creationId xmlns:a16="http://schemas.microsoft.com/office/drawing/2014/main" id="{D742ED12-CA18-6E57-9005-4D65B3373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92" y="285982"/>
            <a:ext cx="6964033" cy="205803"/>
          </a:xfrm>
        </p:spPr>
        <p:txBody>
          <a:bodyPr/>
          <a:lstStyle/>
          <a:p>
            <a:r>
              <a:rPr lang="en-US" altLang="ko-KR" b="1" dirty="0"/>
              <a:t>Workflow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25859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C9912-D4DB-8C57-6AC2-962A30746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7116C8-5B4D-F78A-EB19-F7DC3580D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Sample Information</a:t>
            </a:r>
            <a:endParaRPr lang="ko-KR" altLang="en-US" b="1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7033" y="807446"/>
          <a:ext cx="8931933" cy="2395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7311"/>
                <a:gridCol w="2977311"/>
                <a:gridCol w="2977311"/>
              </a:tblGrid>
              <a:tr h="119776">
                <a:tc>
                  <a:txBody>
                    <a:bodyPr/>
                    <a:lstStyle/>
                    <a:p>
                      <a:r>
                        <a:rPr b="1"/>
                        <a:t>Chromosome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Z-score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Call</a:t>
                      </a:r>
                    </a:p>
                  </a:txBody>
                  <a:tcPr/>
                </a:tc>
              </a:tr>
              <a:tr h="119777"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Positive (Trisomy 13)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2419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D92BB-C6D3-A22D-A154-7FAAAEFB8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7084C995-3C90-A9E9-47EF-4DECF7F57C93}"/>
              </a:ext>
            </a:extLst>
          </p:cNvPr>
          <p:cNvGrpSpPr/>
          <p:nvPr/>
        </p:nvGrpSpPr>
        <p:grpSpPr>
          <a:xfrm>
            <a:off x="1637636" y="2613392"/>
            <a:ext cx="5383205" cy="1631216"/>
            <a:chOff x="1637636" y="2613392"/>
            <a:chExt cx="5383205" cy="163121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C72AF0F-F2C6-6D39-6503-E14F3D30D63E}"/>
                </a:ext>
              </a:extLst>
            </p:cNvPr>
            <p:cNvSpPr txBox="1"/>
            <p:nvPr/>
          </p:nvSpPr>
          <p:spPr>
            <a:xfrm>
              <a:off x="4560299" y="3198168"/>
              <a:ext cx="21821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맑은 고딕" panose="020B0503020000020004" pitchFamily="50" charset="-127"/>
                </a:rPr>
                <a:t>Results</a:t>
              </a:r>
              <a:endParaRPr lang="ko-KR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</a:endParaRP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DC154A2A-4AF5-DC17-6549-D406A685FC7E}"/>
                </a:ext>
              </a:extLst>
            </p:cNvPr>
            <p:cNvGrpSpPr/>
            <p:nvPr/>
          </p:nvGrpSpPr>
          <p:grpSpPr>
            <a:xfrm>
              <a:off x="1637636" y="2613392"/>
              <a:ext cx="5383205" cy="1631216"/>
              <a:chOff x="1213503" y="698527"/>
              <a:chExt cx="5383205" cy="163121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C79D26B-9838-D93F-EC21-0FBB33317751}"/>
                  </a:ext>
                </a:extLst>
              </p:cNvPr>
              <p:cNvSpPr txBox="1"/>
              <p:nvPr/>
            </p:nvSpPr>
            <p:spPr>
              <a:xfrm>
                <a:off x="1213503" y="698527"/>
                <a:ext cx="5383205" cy="16312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000" b="1" dirty="0">
                    <a:solidFill>
                      <a:srgbClr val="B8CC00"/>
                    </a:solidFill>
                    <a:latin typeface="Calibri" panose="020F0502020204030204" pitchFamily="34" charset="0"/>
                    <a:ea typeface="맑은 고딕" panose="020B0503020000020004" pitchFamily="50" charset="-127"/>
                  </a:rPr>
                  <a:t>02</a:t>
                </a:r>
                <a:endParaRPr lang="ko-KR" altLang="en-US" sz="10000" b="1" dirty="0">
                  <a:solidFill>
                    <a:srgbClr val="B8CC00"/>
                  </a:solidFill>
                  <a:latin typeface="Calibri" panose="020F0502020204030204" pitchFamily="34" charset="0"/>
                  <a:ea typeface="맑은 고딕" panose="020B0503020000020004" pitchFamily="50" charset="-127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8265DDA-5193-2BE6-C5C3-D5B1575E883F}"/>
                  </a:ext>
                </a:extLst>
              </p:cNvPr>
              <p:cNvSpPr txBox="1"/>
              <p:nvPr/>
            </p:nvSpPr>
            <p:spPr>
              <a:xfrm>
                <a:off x="1406879" y="810968"/>
                <a:ext cx="1096346" cy="16264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 algn="ctr">
                  <a:spcBef>
                    <a:spcPts val="200"/>
                  </a:spcBef>
                  <a:tabLst>
                    <a:tab pos="715963" algn="l"/>
                  </a:tabLst>
                </a:pPr>
                <a:r>
                  <a:rPr lang="en-US" altLang="ko-KR" sz="1050" spc="600" dirty="0">
                    <a:gradFill>
                      <a:gsLst>
                        <a:gs pos="0">
                          <a:schemeClr val="tx1">
                            <a:lumMod val="50000"/>
                            <a:lumOff val="50000"/>
                          </a:schemeClr>
                        </a:gs>
                        <a:gs pos="100000">
                          <a:schemeClr val="tx1">
                            <a:lumMod val="50000"/>
                            <a:lumOff val="50000"/>
                          </a:schemeClr>
                        </a:gs>
                      </a:gsLst>
                      <a:lin ang="0" scaled="0"/>
                    </a:gradFill>
                    <a:latin typeface="Calibri" panose="020F0502020204030204" pitchFamily="34" charset="0"/>
                    <a:ea typeface="맑은 고딕" panose="020B0503020000020004" pitchFamily="50" charset="-127"/>
                  </a:rPr>
                  <a:t>CHAPTER </a:t>
                </a:r>
              </a:p>
            </p:txBody>
          </p:sp>
        </p:grp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190400A-C3C5-39DC-CFC6-3A397226ED6D}"/>
              </a:ext>
            </a:extLst>
          </p:cNvPr>
          <p:cNvGrpSpPr/>
          <p:nvPr/>
        </p:nvGrpSpPr>
        <p:grpSpPr>
          <a:xfrm>
            <a:off x="312634" y="242131"/>
            <a:ext cx="9280732" cy="6373738"/>
            <a:chOff x="312634" y="247828"/>
            <a:chExt cx="9280732" cy="6373738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684887C3-5825-5E96-C2B1-9DC86E962E8D}"/>
                </a:ext>
              </a:extLst>
            </p:cNvPr>
            <p:cNvCxnSpPr/>
            <p:nvPr/>
          </p:nvCxnSpPr>
          <p:spPr>
            <a:xfrm>
              <a:off x="312634" y="247828"/>
              <a:ext cx="9280732" cy="0"/>
            </a:xfrm>
            <a:prstGeom prst="line">
              <a:avLst/>
            </a:prstGeom>
            <a:ln w="12700">
              <a:solidFill>
                <a:srgbClr val="B8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AA5B6790-715A-D1EB-9117-72DE88A71115}"/>
                </a:ext>
              </a:extLst>
            </p:cNvPr>
            <p:cNvCxnSpPr/>
            <p:nvPr/>
          </p:nvCxnSpPr>
          <p:spPr>
            <a:xfrm>
              <a:off x="312634" y="6621566"/>
              <a:ext cx="9280732" cy="0"/>
            </a:xfrm>
            <a:prstGeom prst="line">
              <a:avLst/>
            </a:prstGeom>
            <a:ln w="12700">
              <a:solidFill>
                <a:srgbClr val="B8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06050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Calibri" panose="020F0502020204030204" pitchFamily="34" charset="0"/>
              </a:rPr>
              <a:t>Results : Live Plot object</a:t>
            </a:r>
            <a:endParaRPr lang="ko-KR" alt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5C4F5E-95C3-3044-BCDB-ACAE590E9D22}"/>
              </a:ext>
            </a:extLst>
          </p:cNvPr>
          <p:cNvSpPr txBox="1"/>
          <p:nvPr/>
        </p:nvSpPr>
        <p:spPr>
          <a:xfrm>
            <a:off x="2503697" y="765395"/>
            <a:ext cx="4898605" cy="369332"/>
          </a:xfrm>
          <a:prstGeom prst="rect">
            <a:avLst/>
          </a:prstGeom>
          <a:solidFill>
            <a:srgbClr val="B8CC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 dirty="0">
                <a:solidFill>
                  <a:schemeClr val="bg1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Live Plot object</a:t>
            </a:r>
            <a:endParaRPr lang="ko-KR" altLang="en-US" sz="1800" b="1" dirty="0">
              <a:solidFill>
                <a:schemeClr val="bg1"/>
              </a:solidFill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7897" y="1408337"/>
            <a:ext cx="470203" cy="239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609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47BE9-1934-441A-6C07-3A57BF4E6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08175B37-3A47-A5EE-59C6-7236675FB2EA}"/>
              </a:ext>
            </a:extLst>
          </p:cNvPr>
          <p:cNvGrpSpPr/>
          <p:nvPr/>
        </p:nvGrpSpPr>
        <p:grpSpPr>
          <a:xfrm>
            <a:off x="1637636" y="2613392"/>
            <a:ext cx="5383205" cy="1631216"/>
            <a:chOff x="1637636" y="2613392"/>
            <a:chExt cx="5383205" cy="163121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98BAB33-B719-C5C7-1FD8-3BA4D3CF8CBB}"/>
                </a:ext>
              </a:extLst>
            </p:cNvPr>
            <p:cNvSpPr txBox="1"/>
            <p:nvPr/>
          </p:nvSpPr>
          <p:spPr>
            <a:xfrm>
              <a:off x="4560299" y="3198168"/>
              <a:ext cx="21821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맑은 고딕" panose="020B0503020000020004" pitchFamily="50" charset="-127"/>
                </a:rPr>
                <a:t>Conclusion</a:t>
              </a:r>
              <a:endParaRPr lang="ko-KR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</a:endParaRP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E40E5ED2-48A2-7AE9-2084-65E7BEA98C5C}"/>
                </a:ext>
              </a:extLst>
            </p:cNvPr>
            <p:cNvGrpSpPr/>
            <p:nvPr/>
          </p:nvGrpSpPr>
          <p:grpSpPr>
            <a:xfrm>
              <a:off x="1637636" y="2613392"/>
              <a:ext cx="5383205" cy="1631216"/>
              <a:chOff x="1213503" y="698527"/>
              <a:chExt cx="5383205" cy="163121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DEABF4-7366-4CB3-ED3A-1D0A4D6B8F35}"/>
                  </a:ext>
                </a:extLst>
              </p:cNvPr>
              <p:cNvSpPr txBox="1"/>
              <p:nvPr/>
            </p:nvSpPr>
            <p:spPr>
              <a:xfrm>
                <a:off x="1213503" y="698527"/>
                <a:ext cx="5383205" cy="16312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000" b="1" dirty="0">
                    <a:solidFill>
                      <a:srgbClr val="B8CC00"/>
                    </a:solidFill>
                    <a:latin typeface="Calibri" panose="020F0502020204030204" pitchFamily="34" charset="0"/>
                    <a:ea typeface="맑은 고딕" panose="020B0503020000020004" pitchFamily="50" charset="-127"/>
                  </a:rPr>
                  <a:t>03</a:t>
                </a:r>
                <a:endParaRPr lang="ko-KR" altLang="en-US" sz="10000" b="1" dirty="0">
                  <a:solidFill>
                    <a:srgbClr val="B8CC00"/>
                  </a:solidFill>
                  <a:latin typeface="Calibri" panose="020F0502020204030204" pitchFamily="34" charset="0"/>
                  <a:ea typeface="맑은 고딕" panose="020B0503020000020004" pitchFamily="50" charset="-127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AE41F74-CB83-F168-F4F8-78D5F30428AD}"/>
                  </a:ext>
                </a:extLst>
              </p:cNvPr>
              <p:cNvSpPr txBox="1"/>
              <p:nvPr/>
            </p:nvSpPr>
            <p:spPr>
              <a:xfrm>
                <a:off x="1406879" y="810968"/>
                <a:ext cx="1096346" cy="16264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 algn="ctr">
                  <a:spcBef>
                    <a:spcPts val="200"/>
                  </a:spcBef>
                  <a:tabLst>
                    <a:tab pos="715963" algn="l"/>
                  </a:tabLst>
                </a:pPr>
                <a:r>
                  <a:rPr lang="en-US" altLang="ko-KR" sz="1050" spc="600" dirty="0">
                    <a:gradFill>
                      <a:gsLst>
                        <a:gs pos="0">
                          <a:schemeClr val="tx1">
                            <a:lumMod val="50000"/>
                            <a:lumOff val="50000"/>
                          </a:schemeClr>
                        </a:gs>
                        <a:gs pos="100000">
                          <a:schemeClr val="tx1">
                            <a:lumMod val="50000"/>
                            <a:lumOff val="50000"/>
                          </a:schemeClr>
                        </a:gs>
                      </a:gsLst>
                      <a:lin ang="0" scaled="0"/>
                    </a:gradFill>
                    <a:latin typeface="Calibri" panose="020F0502020204030204" pitchFamily="34" charset="0"/>
                    <a:ea typeface="맑은 고딕" panose="020B0503020000020004" pitchFamily="50" charset="-127"/>
                  </a:rPr>
                  <a:t>CHAPTER </a:t>
                </a:r>
              </a:p>
            </p:txBody>
          </p:sp>
        </p:grp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2B0D4C27-0E97-F9F3-4D30-A306F515D466}"/>
              </a:ext>
            </a:extLst>
          </p:cNvPr>
          <p:cNvGrpSpPr/>
          <p:nvPr/>
        </p:nvGrpSpPr>
        <p:grpSpPr>
          <a:xfrm>
            <a:off x="312634" y="242131"/>
            <a:ext cx="9280732" cy="6373738"/>
            <a:chOff x="312634" y="247828"/>
            <a:chExt cx="9280732" cy="6373738"/>
          </a:xfrm>
        </p:grpSpPr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1C83E3C-89C7-D51D-EDF6-FF0E88933DCB}"/>
                </a:ext>
              </a:extLst>
            </p:cNvPr>
            <p:cNvCxnSpPr/>
            <p:nvPr/>
          </p:nvCxnSpPr>
          <p:spPr>
            <a:xfrm>
              <a:off x="312634" y="247828"/>
              <a:ext cx="9280732" cy="0"/>
            </a:xfrm>
            <a:prstGeom prst="line">
              <a:avLst/>
            </a:prstGeom>
            <a:ln w="12700">
              <a:solidFill>
                <a:srgbClr val="B8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84D5828D-F82A-DF3C-2F6F-18E9B4C1CF3D}"/>
                </a:ext>
              </a:extLst>
            </p:cNvPr>
            <p:cNvCxnSpPr/>
            <p:nvPr/>
          </p:nvCxnSpPr>
          <p:spPr>
            <a:xfrm>
              <a:off x="312634" y="6621566"/>
              <a:ext cx="9280732" cy="0"/>
            </a:xfrm>
            <a:prstGeom prst="line">
              <a:avLst/>
            </a:prstGeom>
            <a:ln w="12700">
              <a:solidFill>
                <a:srgbClr val="B8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924960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2070D-E90B-F3C4-0209-B00B611D2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DFD406-B6C0-06D1-8D6F-F2FB1EB10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Conclusion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2348A7-FA95-18F8-DFD5-8199F4A7C7CA}"/>
              </a:ext>
            </a:extLst>
          </p:cNvPr>
          <p:cNvSpPr txBox="1"/>
          <p:nvPr/>
        </p:nvSpPr>
        <p:spPr>
          <a:xfrm>
            <a:off x="2503697" y="765395"/>
            <a:ext cx="4898605" cy="369332"/>
          </a:xfrm>
          <a:prstGeom prst="rect">
            <a:avLst/>
          </a:prstGeom>
          <a:solidFill>
            <a:srgbClr val="B8CC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 dirty="0">
                <a:solidFill>
                  <a:schemeClr val="bg1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Object API works</a:t>
            </a:r>
            <a:endParaRPr lang="ko-KR" altLang="en-US" sz="1800" b="1" dirty="0">
              <a:solidFill>
                <a:schemeClr val="bg1"/>
              </a:solidFill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6" name="내용 개체 틀 44">
            <a:extLst>
              <a:ext uri="{FF2B5EF4-FFF2-40B4-BE49-F238E27FC236}">
                <a16:creationId xmlns:a16="http://schemas.microsoft.com/office/drawing/2014/main" id="{C2A9C0A6-68EE-1CE5-CCCE-9361CB6908E4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487031" y="4521651"/>
            <a:ext cx="8931933" cy="23955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defTabSz="936625" rtl="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4775" indent="-103188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1200">
                <a:solidFill>
                  <a:schemeClr val="tx1"/>
                </a:solidFill>
                <a:latin typeface="+mn-lt"/>
                <a:ea typeface="+mn-ea"/>
              </a:defRPr>
            </a:lvl2pPr>
            <a:lvl3pPr marL="209550" indent="-103188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–"/>
              <a:defRPr sz="1200">
                <a:solidFill>
                  <a:schemeClr val="tx1"/>
                </a:solidFill>
                <a:latin typeface="+mn-lt"/>
                <a:ea typeface="+mn-ea"/>
              </a:defRPr>
            </a:lvl3pPr>
            <a:lvl4pPr marL="314325" indent="-103188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·"/>
              <a:defRPr sz="1200">
                <a:solidFill>
                  <a:schemeClr val="tx1"/>
                </a:solidFill>
                <a:latin typeface="+mn-lt"/>
                <a:ea typeface="+mn-ea"/>
              </a:defRPr>
            </a:lvl4pPr>
            <a:lvl5pPr marL="4206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5pPr>
            <a:lvl6pPr marL="8778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6pPr>
            <a:lvl7pPr marL="13350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7pPr>
            <a:lvl8pPr marL="17922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8pPr>
            <a:lvl9pPr marL="2249488" indent="-98425" algn="l" defTabSz="936625" rtl="0" eaLnBrk="0" fontAlgn="base" hangingPunct="0">
              <a:spcBef>
                <a:spcPct val="0"/>
              </a:spcBef>
              <a:spcAft>
                <a:spcPct val="0"/>
              </a:spcAft>
              <a:buChar char="›"/>
              <a:defRPr sz="12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latinLnBrk="0">
              <a:lnSpc>
                <a:spcPct val="120000"/>
              </a:lnSpc>
            </a:pPr>
            <a:r>
              <a:rPr lang="en-US" altLang="ko-KR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Arial"/>
                <a:sym typeface="Arial"/>
              </a:rPr>
              <a:t>[CONTENTS]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87032" y="1408337"/>
          <a:ext cx="8931933" cy="2395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5966"/>
                <a:gridCol w="4465967"/>
              </a:tblGrid>
              <a:tr h="79851">
                <a:tc>
                  <a:txBody>
                    <a:bodyPr/>
                    <a:lstStyle/>
                    <a:p>
                      <a:r>
                        <a:rPr b="1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Value</a:t>
                      </a:r>
                    </a:p>
                  </a:txBody>
                  <a:tcPr/>
                </a:tc>
              </a:tr>
              <a:tr h="79851">
                <a:tc>
                  <a:txBody>
                    <a:bodyPr/>
                    <a:lstStyle/>
                    <a:p>
                      <a:r>
                        <a:t>fig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matplotlib Figure</a:t>
                      </a:r>
                    </a:p>
                  </a:txBody>
                  <a:tcPr/>
                </a:tc>
              </a:tr>
              <a:tr h="79851">
                <a:tc>
                  <a:txBody>
                    <a:bodyPr/>
                    <a:lstStyle/>
                    <a:p>
                      <a:r>
                        <a:t>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pandas DataFrame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0301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575720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9A7116C8-5B4D-F78A-EB19-F7DC3580D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Workflow</a:t>
            </a:r>
            <a:endParaRPr lang="ko-KR" altLang="en-US" b="1" dirty="0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347" y="1463040"/>
            <a:ext cx="6281866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Calibri" panose="020F0502020204030204" pitchFamily="34" charset="0"/>
              </a:rPr>
              <a:t>Results : Live DataFrame object</a:t>
            </a:r>
            <a:endParaRPr lang="ko-KR" alt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5C4F5E-95C3-3044-BCDB-ACAE590E9D22}"/>
              </a:ext>
            </a:extLst>
          </p:cNvPr>
          <p:cNvSpPr txBox="1"/>
          <p:nvPr/>
        </p:nvSpPr>
        <p:spPr>
          <a:xfrm>
            <a:off x="2503697" y="765395"/>
            <a:ext cx="4898605" cy="369332"/>
          </a:xfrm>
          <a:prstGeom prst="rect">
            <a:avLst/>
          </a:prstGeom>
          <a:solidFill>
            <a:srgbClr val="B8CC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 dirty="0">
                <a:solidFill>
                  <a:schemeClr val="bg1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Live DataFrame object</a:t>
            </a:r>
            <a:endParaRPr lang="ko-KR" altLang="en-US" sz="1800" b="1" dirty="0">
              <a:solidFill>
                <a:schemeClr val="bg1"/>
              </a:solidFill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87032" y="1408337"/>
          <a:ext cx="8931933" cy="2395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7311"/>
                <a:gridCol w="2977311"/>
                <a:gridCol w="2977311"/>
              </a:tblGrid>
              <a:tr h="47910">
                <a:tc>
                  <a:txBody>
                    <a:bodyPr/>
                    <a:lstStyle/>
                    <a:p>
                      <a:r>
                        <a:rPr b="1"/>
                        <a:t>Chromosome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Z-score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Call</a:t>
                      </a:r>
                    </a:p>
                  </a:txBody>
                  <a:tcPr/>
                </a:tc>
              </a:tr>
              <a:tr h="47910"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Positive (Trisomy 13)</a:t>
                      </a:r>
                    </a:p>
                  </a:txBody>
                  <a:tcPr/>
                </a:tc>
              </a:tr>
              <a:tr h="47910"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Normal</a:t>
                      </a:r>
                    </a:p>
                  </a:txBody>
                  <a:tcPr/>
                </a:tc>
              </a:tr>
              <a:tr h="47910"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Normal</a:t>
                      </a:r>
                    </a:p>
                  </a:txBody>
                  <a:tcPr/>
                </a:tc>
              </a:tr>
              <a:tr h="47913">
                <a:tc>
                  <a:txBody>
                    <a:bodyPr/>
                    <a:lstStyle/>
                    <a:p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Normal (Female)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Calibri" panose="020F0502020204030204" pitchFamily="34" charset="0"/>
              </a:rPr>
              <a:t>Results : Pre-saved PNG via Image()</a:t>
            </a:r>
            <a:endParaRPr lang="ko-KR" alt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5C4F5E-95C3-3044-BCDB-ACAE590E9D22}"/>
              </a:ext>
            </a:extLst>
          </p:cNvPr>
          <p:cNvSpPr txBox="1"/>
          <p:nvPr/>
        </p:nvSpPr>
        <p:spPr>
          <a:xfrm>
            <a:off x="2503697" y="765395"/>
            <a:ext cx="4898605" cy="369332"/>
          </a:xfrm>
          <a:prstGeom prst="rect">
            <a:avLst/>
          </a:prstGeom>
          <a:solidFill>
            <a:srgbClr val="B8CC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 dirty="0">
                <a:solidFill>
                  <a:schemeClr val="bg1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Pre-saved PNG via Image()</a:t>
            </a:r>
            <a:endParaRPr lang="ko-KR" altLang="en-US" sz="1800" b="1" dirty="0">
              <a:solidFill>
                <a:schemeClr val="bg1"/>
              </a:solidFill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  <p:pic>
        <p:nvPicPr>
          <p:cNvPr id="5" name="Picture 4" descr="demo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127" y="1408337"/>
            <a:ext cx="673742" cy="239553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EFQKnOFpE2EJm0JMf3uzQ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EFQKnOFpE2EJm0JMf3uz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EFQKnOFpE2EJm0JMf3uz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EFQKnOFpE2EJm0JMf3uz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EFQKnOFpE2EJm0JMf3uz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EFQKnOFpE2EJm0JMf3uzQ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EFQKnOFpE2EJm0JMf3uz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EFQKnOFpE2EJm0JMf3uz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EFQKnOFpE2EJm0JMf3uzQ"/>
</p:tagLst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Calibri"/>
        <a:ea typeface="맑은 고딕"/>
        <a:cs typeface=""/>
      </a:majorFont>
      <a:minorFont>
        <a:latin typeface="Calibri"/>
        <a:ea typeface="맑은 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800" b="1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1663</TotalTime>
  <Words>198</Words>
  <Application>Microsoft Office PowerPoint</Application>
  <PresentationFormat>A4 용지(210x297mm)</PresentationFormat>
  <Paragraphs>70</Paragraphs>
  <Slides>13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Frutiger55Roman</vt:lpstr>
      <vt:lpstr>Frutiger65</vt:lpstr>
      <vt:lpstr>맑은 고딕</vt:lpstr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Summary</vt:lpstr>
      <vt:lpstr>Introduction</vt:lpstr>
      <vt:lpstr>Workflow</vt:lpstr>
      <vt:lpstr>Sample Information</vt:lpstr>
      <vt:lpstr>PowerPoint 프레젠테이션</vt:lpstr>
      <vt:lpstr>Results : [TITLE]</vt:lpstr>
      <vt:lpstr>PowerPoint 프레젠테이션</vt:lpstr>
      <vt:lpstr>Conclusion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김연희</dc:creator>
  <cp:lastModifiedBy>김 지훈</cp:lastModifiedBy>
  <cp:revision>209</cp:revision>
  <dcterms:created xsi:type="dcterms:W3CDTF">2020-08-05T04:40:40Z</dcterms:created>
  <dcterms:modified xsi:type="dcterms:W3CDTF">2026-07-07T23:03:55Z</dcterms:modified>
</cp:coreProperties>
</file>